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49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Public space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comprehensive visual inventory detailing the geographical distribution of urban amenities, pedestrian paths, and formal/informal human activities within a defined radius.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49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Public space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Refusing to view the street from a distant helicopter; stepping down to the pavement to painstakingly trace the daily footsteps, struggles, and informal habits of the residents.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comprehensive visual inventory detailing the geographical distribution of urban amenities, pedestrian paths, and formal/informal human activities within a defined radius.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weeks of field observation and mapping
Material  ·  Printed base maps, standardized coding legends, GPS-enabled smartphones, colored markers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UN-Habitat's Public space site-specific assessment utilizes this incremental mapping methodology to gather granular data on accessibility and user dynamics. In places like Sharjah (UAE), young participants used these mapping tools to express their ideas on how to upgrade local public spaces, directly translating field observations into actionable design criteria.</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49  ·  ANIMATION CANVAS  ·  </a:t>
            </a:r>
            <a:r>
              <a:rPr sz="1000" b="1" i="0">
                <a:solidFill>
                  <a:srgbClr val="0D0D0D"/>
                </a:solidFill>
                <a:latin typeface="Source Sans Pro"/>
              </a:rPr>
              <a:t>PUBLIC SPACE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Public space typologies × quality</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weeks of field observation and mapping</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Squares &amp; plazas</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civic, ceremonial</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Parks &amp; gardens</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green, restorative</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Streetscape</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corridor, conviviality</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Riverbanks / waterfronts</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edge condition</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Pocket spaces</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micro pauses</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Markets &amp; precincts</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commerce, encounter</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For each space · rate quality, surface gaps, prioritize tactical works.</a:t>
            </a:r>
          </a:p>
        </p:txBody>
      </p:sp>
      <p:pic>
        <p:nvPicPr>
          <p:cNvPr id="43" name="Picture 4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4" name="TextBox 4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49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