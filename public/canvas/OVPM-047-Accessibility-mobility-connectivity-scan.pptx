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47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Accessibility, mobility &amp; connectivity scan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spatial network analysis detailing pedestrian movement paths, intersection densities, and visual connections between key functional and cultural landmarks,.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Accessibility, mobility &amp; connectivity scan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Tearing down invisible walls; guaranteeing that every resident, regardless of their physical ability or address, holds a rightful, unimpeded passport to navigate the entirety of their city.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spatial network analysis detailing pedestrian movement paths, intersection densities, and visual connections between key functional and cultural landmarks,.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of network modelling and field validation
Material  ·  GIS software, mobility tracking data, viewshed analysis tools (e.g., CityEngine)</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During the spatial assessment phase of the Our City Plans methodology by UN-Habitat, teams analyzed the aggregation of landmarks and the conjunction of paths to identify key mobility nodes. By mapping areas where infrastructure capacity clashed with actual land occupation, they were able to target precise, incremental interventions to drastically improve pedestrian connectivity,.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47  ·  ANIMATION CANVAS  ·  </a:t>
            </a:r>
            <a:r>
              <a:rPr sz="1000" b="1" i="0">
                <a:solidFill>
                  <a:srgbClr val="0D0D0D"/>
                </a:solidFill>
                <a:latin typeface="Source Sans Pro"/>
              </a:rPr>
              <a:t>ACCESSIBILITY, MOBILITY &amp; CONNECTIVITY SCAN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Five mobility lenses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 of network modelling and field validation</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Walking</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sidewalks, ramps, shade</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Cycling</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lanes, parking, safety</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Public transport</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frequency, coverage, fares</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Cars</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flow, parking, calming</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Logistics</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deliveries, services</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Rate each lens · 1 (poor) → 5 (excellent). Surface trade-offs.</a:t>
            </a:r>
          </a:p>
        </p:txBody>
      </p:sp>
      <p:pic>
        <p:nvPicPr>
          <p:cNvPr id="77" name="Picture 7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8" name="TextBox 7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