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117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0D0D0D"/>
                </a:solidFill>
                <a:latin typeface="Palatino Linotype"/>
              </a:rPr>
              <a:t>URBACT / INTERREG good practice 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localized Transfer Plan detailing exactly how an imported good practice will be adapted, funded, and implemented within the specific municipal context and governance 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7088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117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URBACT / INTERREG good practice transfer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Acknowledging that no city has all the answers, turning municipal pride into a humble, trans-European dialogue where knowledge flows freely across borders to solve shared human struggles.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localized Transfer Plan detailing exactly how an imported good practice will be adapted, funded, and implemented within the specific municipal context and governance structure.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18 to 24 months for the full network cycle
Material  ·  Good practice databases, peer-to-peer learning frameworks, URBACT Toolbox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During the URBACT III program, the Transfer Networks methodology enabled structured peer learning across Europe. This trans-national exchange led to 15 to 20 distinct good practices being significantly improved, adapted, and successfully adopted by 100 network partners, profoundly shifting local action-learning capacities and preventing isolated policy failures,.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117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URBACT / INTERREG GOOD PRACTICE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Transfer plan · adopt · adapt · pilot ·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18 to 24 months for the full network 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Adopt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identify a validated good practice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.0" y="362102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.0" y="391363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.0" y="420624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.0" y="449884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.0" y="479145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.0" y="508406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.0" y="537667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.0" y="566928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17748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46348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Adapt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6348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reshape to local context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46348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46348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546348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546348.0" y="362102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546348.0" y="391363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546348.0" y="420624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546348.0" y="449884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546348.0" y="479145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46348.0" y="508406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546348.0" y="537667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546348.0" y="566928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178296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6896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Pilot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6896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test in a bounded scope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6896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6896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06896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406896.0" y="362102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406896.0" y="391363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406896.0" y="420624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406896.0" y="449884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406896.0" y="479145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406896.0" y="508406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406896.0" y="537667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406896.0" y="566928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038844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267444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Scale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67444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embed in policy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267444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67444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67444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444.0" y="362102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267444.0" y="391363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267444.0" y="420624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267444.0" y="449884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267444.0" y="479145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267444.0" y="508406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267444.0" y="537667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267444.0" y="566928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117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