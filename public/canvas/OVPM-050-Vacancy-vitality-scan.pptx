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50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Vacancy &amp; vitality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spatialized inventory of empty ground-floor units and underutilized lots, paired with a strategic assessment of their potential for short-term reactivation.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50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Vacancy &amp; vitality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Refusing the inevitability of closed shutters and dark streets; treating urban emptiness not as a failure, but as a blank canvas awaiting the creativity of the community.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spatialized inventory of empty ground-floor units and underutilized lots, paired with a strategic assessment of their potential for short-term reactivation.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weeks of field surveying and matchmaking
Material  ·  Cadastral maps, vacancy tracking spreadsheets, community consultation guides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Festival of Empty Shops in Budapest (Hungary) successfully opened long-vacant ground-level spaces for dozens of local merchants. By using temporary use strategies, these pop-up stores attracted hundreds of participants, instantly revitalizing dismal streets and fostering local prosperity and placemaking.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50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VACANCY &amp; VITALITY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Vacancy heatmap × vitality bars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weeks of field surveying and matchmaking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400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Vacancy heatmap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219456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19456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219456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19456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219456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219456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77368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0200" y="277368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277368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1800" y="277368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277368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77368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277368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277368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35280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00200" y="335280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335280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35280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335280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35280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335280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0" y="335280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00200" y="393192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393192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71800" y="393192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93192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393192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393192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15000" y="393192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51104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00200" y="451104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451104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71800" y="451104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0" y="451104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451104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451104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15000" y="451104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09016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00200" y="509016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0" y="509016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971800" y="5090160"/>
            <a:ext cx="685800" cy="579120"/>
          </a:xfrm>
          <a:prstGeom prst="rect">
            <a:avLst/>
          </a:prstGeom>
          <a:solidFill>
            <a:srgbClr val="EEECE6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0" y="5090160"/>
            <a:ext cx="685800" cy="579120"/>
          </a:xfrm>
          <a:prstGeom prst="rect">
            <a:avLst/>
          </a:prstGeom>
          <a:solidFill>
            <a:srgbClr val="B0DAF1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43400" y="5090160"/>
            <a:ext cx="685800" cy="579120"/>
          </a:xfrm>
          <a:prstGeom prst="rect">
            <a:avLst/>
          </a:prstGeom>
          <a:solidFill>
            <a:srgbClr val="FFD200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5090160"/>
            <a:ext cx="685800" cy="579120"/>
          </a:xfrm>
          <a:prstGeom prst="rect">
            <a:avLst/>
          </a:prstGeom>
          <a:solidFill>
            <a:srgbClr val="00ED93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15000" y="5090160"/>
            <a:ext cx="685800" cy="579120"/>
          </a:xfrm>
          <a:prstGeom prst="rect">
            <a:avLst/>
          </a:prstGeom>
          <a:solidFill>
            <a:srgbClr val="FF674D"/>
          </a:solidFill>
          <a:ln w="381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086600" y="1417320"/>
            <a:ext cx="4648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9480" y="1600200"/>
            <a:ext cx="4282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Vitality dimensions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2194560"/>
            <a:ext cx="4282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Foot-traffic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80" y="2560320"/>
            <a:ext cx="4282440" cy="201168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69480" y="2560320"/>
            <a:ext cx="1712976" cy="20116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2971800"/>
            <a:ext cx="4282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Active frontages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69480" y="3337560"/>
            <a:ext cx="4282440" cy="201168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69480" y="3337560"/>
            <a:ext cx="2141220" cy="201168"/>
          </a:xfrm>
          <a:prstGeom prst="rect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3749040"/>
            <a:ext cx="4282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Commerce mix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69480" y="4114800"/>
            <a:ext cx="4282440" cy="201168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69480" y="4114800"/>
            <a:ext cx="2569464" cy="201168"/>
          </a:xfrm>
          <a:prstGeom prst="rect">
            <a:avLst/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69480" y="4526280"/>
            <a:ext cx="4282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Events / culture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69480" y="4892040"/>
            <a:ext cx="4282440" cy="201168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69480" y="4892040"/>
            <a:ext cx="2997708" cy="201168"/>
          </a:xfrm>
          <a:prstGeom prst="rect">
            <a:avLst/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69480" y="5303520"/>
            <a:ext cx="4282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Daytime / nightlife mix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80" y="5669280"/>
            <a:ext cx="4282440" cy="201168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269480" y="5669280"/>
            <a:ext cx="3425952" cy="201168"/>
          </a:xfrm>
          <a:prstGeom prst="rect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50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