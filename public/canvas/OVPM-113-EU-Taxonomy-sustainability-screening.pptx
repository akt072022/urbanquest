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113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EU Taxonomy sustainability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technical screening report proving the project substantially contributes to at least one taxonomy objective while passing the "Do No Significant Harm" (DNSH) criteria for the remaining five.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45536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113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EU Taxonomy sustainability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Eradicating greenwashing through the uncompromising precision of law, forcing capital to prove its ecological allegiance through hard metrics rather than glossy brochures.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technical screening report proving the project substantially contributes to at least one taxonomy objective while passing the "Do No Significant Harm" (DNSH) criteria for the remaining five.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4 to 8 weeks
Material  ·  EU Taxonomy Delegated Acts, LCA data, environmental impact assessments, EPC certificates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When assessing the construction of new buildings or civil engineering works, developers heavily utilize the EU Taxonomy Technical Screening Criteria to demonstrate strict alignment. For example, a project must mathematically prove that at least 70% of construction and demolition waste is prepared for reuse or recycling (Circularity) and that primary energy demand falls below specific national thresholds to qualify as a sustainable investment under the Disclosures Delegated A…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113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EU TAXONOMY SUSTAINABILITY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6 environmental objectives × DNSH × minimum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4 to 8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Climate change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emissions reduction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71264" y="1417320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9864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Climate change adaptation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9864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resilience to climate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99864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99864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99864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85328" y="1417320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13928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33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Water &amp; marine 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3928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sustainable use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13928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13928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13928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3877056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059936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Circular economy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62856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resource efficiency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.0" y="520293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.0" y="549554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.0" y="578815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71264" y="3877056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99864" y="4059936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Pollution prevention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9864" y="4562856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air · water · soil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99864.0" y="520293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99864.0" y="549554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99864.0" y="578815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85328" y="3877056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13928" y="4059936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Biodiversity protection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3928" y="4562856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ecosystems · species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13928.0" y="520293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13928.0" y="549554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13928.0" y="578815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Substantial contribution to ≥ 1 objective + DNSH on all 6 + minimum safeguards.</a:t>
            </a:r>
          </a:p>
        </p:txBody>
      </p:sp>
      <p:pic>
        <p:nvPicPr>
          <p:cNvPr id="43" name="Picture 4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113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