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31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D0D0D"/>
                </a:solidFill>
                <a:latin typeface="Palatino Linotype"/>
              </a:rPr>
              <a:t>Heritage inventories (architectural, archaeological, landscape)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structured, geographical database detailing the physical characteristics, historical significance, and current structural condition of cultural assets across a territory.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Heritage inventories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Naming and claiming the built environment; proving that every historic stone and forgotten facade has a recorded value that demands respect from the administration.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structured, geographical database detailing the physical characteristics, historical significance, and current structural condition of cultural assets across a territory.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months to several years depending on the territorial scale
Material  ·  Standardized field survey forms, GIS mapping software, historical archives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Arches Heritage Inventory and Management System is an open-source software developed specifically to compile and manage inventories of immovable cultural heritage. It uses semantic technologies and international standards (CIDOC CRM) to create comprehensive, GIS-based heritage databases that improve the management of historical assets at national or city scales.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HERITAGE INVENTORIES (ARCHITECTURAL, ARCHAEOLOGICAL, LANDSCAPE)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Three inventories · architectural · archaeological ·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months to several years depending on the territorial…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Architectural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8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buildings, façades, ensembles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Name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.0" y="30632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20040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Location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.0" y="35661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70332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Dating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.0" y="40690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20624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.0" y="45720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70916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Protection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.0" y="50749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2120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Risks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.0" y="55778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7736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05960" y="160020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Archaeological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960" y="2103120"/>
            <a:ext cx="318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sites, layers, artefacts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960" y="26974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Name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05960.0" y="30632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05960" y="320040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Location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05960.0" y="35661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05960" y="370332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Dating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05960.0" y="40690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05960" y="420624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State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05960.0" y="45720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05960" y="470916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Protection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05960.0" y="50749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05960" y="52120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Risks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05960.0" y="55778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97520" y="1417320"/>
            <a:ext cx="36372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26120" y="1600200"/>
            <a:ext cx="3180080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Landscape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6120" y="2103120"/>
            <a:ext cx="318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ecological &amp; cultural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6120" y="26974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Name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26120.0" y="30632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26120" y="320040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Location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26120.0" y="356616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26120" y="370332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Dating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6120.0" y="406908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26120" y="420624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State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26120.0" y="457200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26120" y="470916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Protection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6120.0" y="507492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26120" y="5212080"/>
            <a:ext cx="318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Risks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26120.0" y="5577840"/>
            <a:ext cx="318008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Cross-reference the three inventories to detect overlap, gaps, and competing values.</a:t>
            </a:r>
          </a:p>
        </p:txBody>
      </p:sp>
      <p:pic>
        <p:nvPicPr>
          <p:cNvPr id="52" name="Picture 5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