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132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URBACT Impact Assessment methodology</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comprehensive Results Framework documenting specific intervention logics, quantified output indicators, and tracked result indicators against established baselines.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G4 · Proof of Sustainability</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132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URBACT Impact Assessment methodology</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Stripping away the bureaucratic fog of vague promises, demanding that public money and political effort leave a precise, measurable trace of improvement in the daily lives of the citizens.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comprehensive Results Framework documenting specific intervention logics, quantified output indicators, and tracked result indicators against established baselines.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3 months for framework design; continuous monitoring
Material  ·  URBACT Results Framework templates, Theory of Change canvases, local statistical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URBACT program mandates the use of a Results Framework aligned with EU Cohesion Policy guidelines. Cities drafting Integrated Action Plans must define logical intervention chains with clear baselines and targets. In an evaluation of the URBACT III program, the systematic use of these impact assessment tools ensured that transnational knowledge transfer genuinely improved urban governance, shifting cities toward inclusive, evidence-based policy making.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132  ·  ANIMATION CANVAS  ·  </a:t>
            </a:r>
            <a:r>
              <a:rPr sz="1000" b="1" i="0">
                <a:solidFill>
                  <a:srgbClr val="0D0D0D"/>
                </a:solidFill>
                <a:latin typeface="Source Sans Pro"/>
              </a:rPr>
              <a:t>URBACT IMPACT ASSESSMENT METHODOLOGY</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Results framework · ToC × outputs × outcomes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3 months for framework design; continuous monitori…</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Theory of Change</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logic of intervention</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Output indicators</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what was delivered</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Result indicators</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what changed</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Baseline &amp; target</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starting point + ambition</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Monitoring schedule</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when · who · how</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132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