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97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Development appraisal / Bilan d'aménagement</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spreadsheet combining standard financial metrics (capital expenditures, expected revenues) with quantified socio-ecological returns (avoided costs, carbon reduction, social value).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97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Development appraisal / Bilan d'aménagement</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Forcing the rigid mathematics of real estate to account for the living world, proving that protecting a wetland or building a community center is not a sunk cost, but a profound civic investment.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spreadsheet combining standard financial metrics (capital expenditures, expected revenues) with quantified socio-ecological returns (avoided costs, carbon reduction, social value).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4 to 8 weeks
Material  ·  Financial modeling software, willingness-to-pay databases, local real estate market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France, the traditional financial balance of urban planning ("bilan d'aménagement") is increasingly being transformed into a "global socio-ecological yield" tool. By moving beyond mere financial equilibrium, institutions like Caisse des Dépôts assess avoided costs and environmental benefits, shifting the perspective of urban development from pure profitability to measuring the true value delivered to the community.</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97  ·  ANIMATION CANVAS  ·  </a:t>
            </a:r>
            <a:r>
              <a:rPr sz="1000" b="1" i="0">
                <a:solidFill>
                  <a:srgbClr val="0D0D0D"/>
                </a:solidFill>
                <a:latin typeface="Source Sans Pro"/>
              </a:rPr>
              <a:t>DEVELOPMENT APPRAISAL / BILAN D'AMÉNAGEMENT</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Land residual value · GDV − costs − margin</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4 to 8 weeks</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GDV (gross development value)</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sale prices × area built</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Build costs</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construction · fees · contingency</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Soft costs</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finance · marketing · taxes</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Profit margin</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risk-adjusted · 15-25%</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Land residual value</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what we can pay for the land</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97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