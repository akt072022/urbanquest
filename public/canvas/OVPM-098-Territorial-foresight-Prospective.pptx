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98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Territorial foresight / Prospective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set of detailed, localized scenarios mapping out different spatial and socio-economic futures based on varying policy choices and external megatrends.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98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Territorial foresight / Prospective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Treating the future not as an unavoidable destiny to be feared, but as a malleable landscape that can be shaped through collective civic imagination and bold present-day choices.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set of detailed, localized scenarios mapping out different spatial and socio-economic futures based on varying policy choices and external megatrends.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months
Material  ·  GIS mapping tools, scenario planning matrices, demographic projections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the Puget Sound region (Seattle), urban ecology research labs built rigorous, extensively modeled future scenarios to inform local policies, helping decision-makers visualize the long-term spatial impacts of different land-use allocations. Similarly, foresight methodologies have been deployed in Sub-Saharan Africa to envision territorial adaptations necessary to handle rapid demographic and employment shifts.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98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TERRITORIAL FORESIGHT / PROSPECTIVE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Four scenarios · 2 axes of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Scenario 2×2 matrix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53200.0" y="2240280"/>
            <a:ext cx="0.0" cy="3657600"/>
          </a:xfrm>
          <a:prstGeom prst="line">
            <a:avLst/>
          </a:prstGeom>
          <a:ln w="8890">
            <a:solidFill>
              <a:srgbClr val="0D0D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069080.0"/>
            <a:ext cx="9448800" cy="0.0"/>
          </a:xfrm>
          <a:prstGeom prst="line">
            <a:avLst/>
          </a:prstGeom>
          <a:ln w="8890">
            <a:solidFill>
              <a:srgbClr val="0D0D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03120" y="24231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Scenario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926080"/>
            <a:ext cx="417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Defining narrative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.0" y="3337560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03120.0" y="3630168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03120.0" y="3922776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03120.0" y="4215384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27520" y="24231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Scenario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7520" y="2926080"/>
            <a:ext cx="417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Defining narrative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27520.0" y="3337560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27520.0" y="3630168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27520.0" y="3922776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27520.0" y="4215384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103120" y="42519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Scenario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754880"/>
            <a:ext cx="417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Defining narrative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03120.0" y="5166360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03120.0" y="5458968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03120.0" y="5751576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03120.0" y="6044184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27520" y="42519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Scenario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7520" y="4754880"/>
            <a:ext cx="417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Defining narrative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27520.0" y="5166360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27520.0" y="5458968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27520.0" y="5751576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27520.0" y="6044184.0"/>
            <a:ext cx="4175760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28800" y="5989320"/>
            <a:ext cx="944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Source Sans Pro"/>
              </a:rPr>
              <a:t>Axis 1: critical uncertainty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886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Axis 2: critical uncertainty</a:t>
            </a:r>
          </a:p>
        </p:txBody>
      </p:sp>
      <p:pic>
        <p:nvPicPr>
          <p:cNvPr id="36" name="Picture 35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98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