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46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Urban morphology baseline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synthesized set of spatial metrics and 2D/3D maps detailing block sizes, street density, building heights, and the ratio of built-up areas to open spaces,.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Urban morphology baseline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Reading the physical fingerprint of the city; understanding how the invisible geometry of a street width or a block size dictates the daily rhythm of human encounters and social life.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synthesized set of spatial metrics and 2D/3D maps detailing block sizes, street density, building heights, and the ratio of built-up areas to open spaces,.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of spatial analysis and mapping
Material  ·  GIS software (e.g., ArcMap), cadastral data, historical maps, street-level surveys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To measure the social sustainability of urban neighborhoods, planners utilized GIS and ordnance survey maps to assess urban patterns and connectivity. By systematically documenting building typologies, floor areas, and land use patterns, they established precise morphological baselines that allowed decision-makers to evaluate how the physical structure of the neighborhood impacted social cohesion,.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46  ·  ANIMATION CANVAS  ·  </a:t>
            </a:r>
            <a:r>
              <a:rPr sz="1000" b="1" i="0">
                <a:solidFill>
                  <a:srgbClr val="0D0D0D"/>
                </a:solidFill>
                <a:latin typeface="Source Sans Pro"/>
              </a:rPr>
              <a:t>URBAN MORPHOLOGY BASELINE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Block typologies · grain · density · figure-ground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 of spatial analysis and mapping</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Closed block</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classic perimeter</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Open block</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mid-20th c. modernist</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Linear</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street-defined ribbon</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Tower in park</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isolated towers</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Organic</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pre-modern fabric</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Mat / cluster</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low-rise dense</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Map each block to its typology · then check fit with new programme.</a:t>
            </a:r>
          </a:p>
        </p:txBody>
      </p:sp>
      <p:pic>
        <p:nvPicPr>
          <p:cNvPr id="43" name="Picture 4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4" name="TextBox 4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