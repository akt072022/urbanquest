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101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Life Cycle Assessment (LCA) / ACV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detailed environmental inventory and impact assessment report calculating embodied carbon, energy consumption, and material toxicity from extraction to end-of-life.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G4 · Proof of Sustainability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Environmental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345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pic>
        <p:nvPicPr>
          <p:cNvPr id="12" name="Picture 1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101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Life Cycle Assessment (LCA) / ACV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Making the invisible supply chains of the city visible, revealing that every brick and steel beam carries a profound global history of extraction, labor, and atmospheric impact.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detailed environmental inventory and impact assessment report calculating embodied carbon, energy consumption, and material toxicity from extraction to end-of-life.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4 to 8 weeks
Material  ·  LCA software (e.g., SimaPro), Ecoinvent database, Environmental Product Declarations (EPDs)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In Flanders, LCA was applied extensively to analyze the residential building stock. Researchers demonstrated that while low-energy houses excel in operational savings, ignoring the embodied carbon of their complex materials leads to problem-shifting. Incorporating cradle-to-grave LCA ensured that future building codes addressed the full ecological cost of construction and material disposal.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101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LIFE CYCLE ASSESSMENT (LCA) / ACV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Lifecycle stages · cradle → grave → cradle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4 to 8 weeks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Raw materials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extraction &amp; sourcing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.0" y="274320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.0" y="3035808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.0" y="3328416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.0" y="3621024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.0" y="3913632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.0" y="420624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.0" y="4498848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.0" y="4791456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.0" y="5084064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.0" y="5376672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.0" y="566928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745638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4238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Manufacture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4238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production · transport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74238.4" y="274320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974238.4" y="3035808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974238.4" y="3328416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974238.4" y="3621024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974238.4" y="3913632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974238.4" y="420624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74238.4" y="4498848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74238.4" y="4791456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974238.4" y="5084064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74238.4" y="5376672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974238.4" y="566928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034076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262676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Use phase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62676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energy · maintenance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262676.8" y="2743200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262676.8" y="3035808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262676.8" y="3328416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262676.8" y="3621024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262676.8" y="3913632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262676.8" y="4206240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262676.8" y="4498848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262676.8" y="4791456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262676.8" y="5084064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262676.8" y="5376672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262676.8" y="5669280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322515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551115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End-of-life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51115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reuse · recycle · dispose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551115.199999999" y="274320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551115.199999999" y="3035808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551115.199999999" y="3328416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551115.199999999" y="3621024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551115.199999999" y="3913632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551115.199999999" y="420624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551115.199999999" y="4498848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551115.199999999" y="4791456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551115.199999999" y="5084064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551115.199999999" y="5376672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551115.199999999" y="566928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610953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839553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EF9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Beyond-life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39553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second life · biosphere return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839553.6" y="274320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839553.6" y="3035808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839553.6" y="3328416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839553.6" y="3621024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839553.6" y="3913632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39553.6" y="420624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839553.6" y="4498848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839553.6" y="4791456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839553.6" y="5084064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839553.6" y="5376672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839553.6" y="566928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Quantify GWP, energy, water, biodiversity at each stage. Compare alternatives.</a:t>
            </a:r>
          </a:p>
        </p:txBody>
      </p:sp>
      <p:pic>
        <p:nvPicPr>
          <p:cNvPr id="77" name="Picture 7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101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