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89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0D0D0D"/>
                </a:solidFill>
                <a:latin typeface="Palatino Linotype"/>
              </a:rPr>
              <a:t>Open-data &amp; vitality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localized data dashboard that translates raw datasets (such as footfall, network connections, and environmental metrics) into visual patterns highlighting areas of friction or vitality.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G4 · Proof of Sustainability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Economic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47088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pic>
        <p:nvPicPr>
          <p:cNvPr id="12" name="Picture 1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89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Open-data &amp; vitality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Giving a measurable pulse to the city, transforming cold statistics into a readable heartbeat that reveals where civic life thrives and where it needs urgent 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localized data dashboard that translates raw datasets (such as footfall, network connections, and environmental metrics) into visual patterns highlighting areas of friction or vitality.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4 to 6 weeks to consolidate data and build the dashboard
Material  ·  Municipal open data, GIS mapping software, data visualization platforms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Urban planners utilize data-driven infrastructure evaluation to transform raw information into accessible visual insights. By tracking performance analysis data, such as carbon emission reductions, service accessibility, and economic network health, municipalities establish a baseline for strategic development and operational excellence.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89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OPEN-DATA &amp; VITALITY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Open-data inventory × freshness × usefulness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4 to 6 weeks to consolidate data and build the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649472" cy="2295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Demographics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INSEE, census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.0" y="2743200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.0" y="3035808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.0" y="332841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71264" y="1417320"/>
            <a:ext cx="3649472" cy="2295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99864" y="1600200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Mobility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9864" y="2103120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GTFS, OD matrices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99864.0" y="2743200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499864.0" y="3035808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99864.0" y="332841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85328" y="1417320"/>
            <a:ext cx="3649472" cy="2295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13928" y="1600200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Environment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3928" y="2103120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air, water, noise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13928.0" y="2743200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313928.0" y="3035808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313928.0" y="332841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57200" y="3877056"/>
            <a:ext cx="3649472" cy="2295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4059936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Economy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562856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jobs, businesses, real-estate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.0" y="520293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.0" y="5495544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.0" y="5788152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271264" y="3877056"/>
            <a:ext cx="3649472" cy="2295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99864" y="4059936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EF9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Public services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9864" y="4562856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school catchments, health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99864.0" y="520293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499864.0" y="5495544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499864.0" y="5788152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085328" y="3877056"/>
            <a:ext cx="3649472" cy="2295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313928" y="4059936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C48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Geography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3928" y="4562856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GIS, parcels, BIM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313928.0" y="520293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13928.0" y="5495544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13928.0" y="5788152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89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