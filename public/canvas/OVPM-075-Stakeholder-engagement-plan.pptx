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75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Stakeholder engagement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structured document detailing stakeholder segments, their level of influence and interest, tailored communication tactics, and an operational grievance redress mechanism.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75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Stakeholder engagement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Shifting from treating citizens as passive receivers of information to recognizing them as vital partners whose local knowledge is the lifeblood of sustainable urban transformation.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structured document detailing stakeholder segments, their level of influence and interest, tailored communication tactics, and an operational grievance redress mechanism.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3 weeks for mapping and planning
Material  ·  Influence/interest matrix, demographic data, communication strategy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World Bank’s Environmental and Social Framework (ESF) strictly requires a Stakeholder Engagement Plan (SEP) proportionate to project risks. By ensuring continuous, meaningful consultation and a robust grievance mechanism, public authorities can prevent disputes, improve project design, and build constructive relationships with affected communities over the entire project lifecycle.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75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STAKEHOLDER ENGAGEMENT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Stakeholder × engagement level × cadence ×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3 weeks for mapping and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803400" cy="384048"/>
          </a:xfrm>
          <a:prstGeom prst="rect">
            <a:avLst/>
          </a:prstGeom>
          <a:solidFill>
            <a:srgbClr val="0D0D0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803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D200"/>
                </a:solidFill>
                <a:latin typeface="Source Sans Pro"/>
              </a:rPr>
              <a:t>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9200" y="1783080"/>
            <a:ext cx="1803400" cy="38404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9200" y="1783080"/>
            <a:ext cx="1803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2600" y="1783080"/>
            <a:ext cx="1803400" cy="38404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2600" y="1783080"/>
            <a:ext cx="1803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Cadence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83080"/>
            <a:ext cx="1803400" cy="38404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0" y="1783080"/>
            <a:ext cx="1803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9400" y="1783080"/>
            <a:ext cx="1803400" cy="38404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9400" y="1783080"/>
            <a:ext cx="1803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02800" y="1783080"/>
            <a:ext cx="1803400" cy="38404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2800" y="1783080"/>
            <a:ext cx="1803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Source Sans Pro"/>
              </a:rPr>
              <a:t>Notes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1671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21671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2600" y="21671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0" y="21671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99400" y="21671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02800" y="21671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26243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9200" y="26243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2600" y="26243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0" y="26243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99400" y="26243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02800" y="26243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0815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89200" y="30815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2600" y="30815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6000" y="30815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99400" y="30815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02800" y="30815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5387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9200" y="35387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2600" y="35387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000" y="35387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99400" y="35387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02800" y="35387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9959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89200" y="39959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92600" y="39959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6000" y="39959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99400" y="39959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02800" y="39959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" y="44531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89200" y="44531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2600" y="44531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96000" y="44531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99400" y="44531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02800" y="44531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49103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89200" y="49103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92600" y="49103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96000" y="49103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99400" y="49103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02800" y="4910328"/>
            <a:ext cx="1803400" cy="457200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5800" y="53675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89200" y="53675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2600" y="53675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53675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99400" y="53675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02800" y="5367528"/>
            <a:ext cx="180340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75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