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Employment &amp; activity metrics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localized statistical dashboard tracking broad unemployment, time-related underemployment, informal sector participation, and labor productivity.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Employment &amp; activity metrics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Giving statistical dignity to the invisible labor of marginalized populations, ensuring that informal workers and struggling youth are counted in the city's economic narrative.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localized statistical dashboard tracking broad unemployment, time-related underemployment, informal sector participation, and labor productivity.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for data collection and analysis
Material  ·  Labor force surveys, regional accounts statistics, statistical analysis software</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1-2-3 surveys deployed across Sub-Saharan African capitals (e.g., Bamako, Dakar, Niamey) proved that standard unemployment metrics missed the reality of the labor market. By measuring "invisible underemployment" and analyzing the specific returns on education within the informal sector, these metrics revealed severe job mismatches and vulnerabilities affecting urban youth and women.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84  ·  ANIMATION CANVAS  ·  </a:t>
            </a:r>
            <a:r>
              <a:rPr sz="1000" b="1" i="0">
                <a:solidFill>
                  <a:srgbClr val="0D0D0D"/>
                </a:solidFill>
                <a:latin typeface="Source Sans Pro"/>
              </a:rPr>
              <a:t>EMPLOYMENT &amp; ACTIVITY METRICS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Employment dashboard · 6 indicators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 for data collection and analysis</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Activity rate</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 of working-age population</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Unemployment rate</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youth · long-term</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Job creation</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net new positions</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Sector mix</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manufacturing · services · tertiary</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Wage levels</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median · gender gap</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Commuting</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in / out / within</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2" name="Picture 4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3" name="TextBox 4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