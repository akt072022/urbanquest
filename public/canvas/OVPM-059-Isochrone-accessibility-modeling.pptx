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Isochrone &amp; accessibility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Geographical "catchment" maps (isochrones) that visually demonstrate the exact area reachable from a specific point within a given time limit (e.g., 10 or 15 minutes) via walking, cycling, or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Isochrone &amp; accessibility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Demanding the right to time; using harsh geographical evidence to demonstrate that forcing residents to lose hours of their lives in transit is a spatial injustice that planning must correct.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Geographical "catchment" maps (isochrones) that visually demonstrate the exact area reachable from a specific point within a given time limit (e.g., 10 or 15 minutes) via walking, cycling, or transit.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4 weeks of geospatial analysis
Material  ·  Routing engines (Valhalla, QGIS), GTFS public transit data, OpenStreetMap networks, census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To evaluate the 15-minute city framework in Budapest, Helsinki, and Madrid, researchers utilized the Valhalla routing engine to compute isochrones based on OpenStreetMap walking networks and GTFS transit schedules. By overlaying socio-economic data on these travel-time catchments, the study provided concrete evidence on how public transport expansions can support socio-economic integration in peripheral neighborhoods.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ISOCHRONE &amp; ACCESSIBILITY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Isochrones · 5 / 10 / 15 /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4 weeks of geospatial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01440" y="1600200"/>
            <a:ext cx="4389120" cy="4389120"/>
          </a:xfrm>
          <a:prstGeom prst="ellipse">
            <a:avLst/>
          </a:prstGeom>
          <a:solidFill>
            <a:srgbClr val="B0DAF1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50080" y="2148840"/>
            <a:ext cx="3291840" cy="3291840"/>
          </a:xfrm>
          <a:prstGeom prst="ellipse">
            <a:avLst/>
          </a:prstGeom>
          <a:solidFill>
            <a:srgbClr val="459ACB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98720" y="2697480"/>
            <a:ext cx="2194560" cy="2194560"/>
          </a:xfrm>
          <a:prstGeom prst="ellipse">
            <a:avLst/>
          </a:prstGeom>
          <a:solidFill>
            <a:srgbClr val="FFD200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7360" y="3246120"/>
            <a:ext cx="1097280" cy="1097280"/>
          </a:xfrm>
          <a:prstGeom prst="ellipse">
            <a:avLst/>
          </a:prstGeom>
          <a:solidFill>
            <a:srgbClr val="FF674D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58840" y="3657600"/>
            <a:ext cx="274320" cy="2743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5920" y="1554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5920" y="2103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5920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5920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Reach by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49424"/>
            <a:ext cx="164592" cy="164592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194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Walking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15184"/>
            <a:ext cx="164592" cy="164592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5603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Cycling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80944"/>
            <a:ext cx="164592" cy="164592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9260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Public transport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46704"/>
            <a:ext cx="164592" cy="164592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2918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Driving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Accessibility notes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91600" y="2359152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91600" y="2651760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91600" y="2944368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91600" y="3236976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91600" y="3529584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91600" y="3822192"/>
            <a:ext cx="24688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