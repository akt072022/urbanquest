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71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Governance sandbox (regulatory prototyping)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tested, temporary governance or financial arrangement (e.g., a collaborative pact or a specialized testing domain) evaluated in practice to observe outcomes and mitigate risks before institutionalization,.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71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Governance sandbox (regulatory prototyping)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Treating the law as a living draft rather than a sacred text; giving the community the legal permission to break outdated rules in order to invent better 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tested, temporary governance or financial arrangement (e.g., a collaborative pact or a specialized testing domain) evaluated in practice to observe outcomes and mitigate risks before institutionalization,.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6 months to 2 years of authorized experimentation
Material  ·  Legal exemption decrees, monitoring frameworks, shared governance pacts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CLEVER Cities framework utilizes shared-governance approaches where experimental processes are translated into municipal policies. By deploying Urban Living Labs, cities test new co-creation routines and directly update bureaucratic procedures and urban-planning policies, effectively using the project as a sandbox to make participatory governance easier and permanent,.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71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GOVERNANCE SANDBOX (REGULATORY PROTOTYPING)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Sandbox parameters · scope · time-box ·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6 months to 2 years of authorized experimentation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what rules are suspended
which domain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5638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4238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Time-box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4238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start · checkpoints · sunset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4238.4" y="274320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74238.4" y="303580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74238.4" y="332841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974238.4" y="362102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74238.4" y="391363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74238.4" y="420624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74238.4" y="449884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4238.4" y="479145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74238.4" y="508406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74238.4" y="537667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74238.4" y="566928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34076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62676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Eligibility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2676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who can apply
selection process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62676.8" y="274320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262676.8" y="3035808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262676.8" y="3328416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62676.8" y="3621024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62676.8" y="3913632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62676.8" y="420624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62676.8" y="4498848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62676.8" y="4791456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62676.8" y="5084064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262676.8" y="5376672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62676.8" y="566928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322515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51115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Safeguards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1115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consumer / fundamental rights
opt-out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551115.199999999" y="274320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51115.199999999" y="303580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51115.199999999" y="332841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51115.199999999" y="362102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551115.199999999" y="391363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51115.199999999" y="420624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551115.199999999" y="449884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51115.199999999" y="479145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51115.199999999" y="508406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551115.199999999" y="537667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551115.199999999" y="566928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610953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839553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9553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what we measure
failure thresholds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839553.6" y="274320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839553.6" y="303580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839553.6" y="332841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839553.6" y="362102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839553.6" y="391363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39553.6" y="420624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839553.6" y="449884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839553.6" y="479145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839553.6" y="508406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839553.6" y="537667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839553.6" y="566928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A sandbox is real-world · with real exit criteria.</a:t>
            </a:r>
          </a:p>
        </p:txBody>
      </p:sp>
      <p:pic>
        <p:nvPicPr>
          <p:cNvPr id="77" name="Picture 7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71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