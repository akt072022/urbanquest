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Pop-up cultural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Real-world behavioral data demonstrating how the community naturally uses and responds to a revitalized space, serving as a "kick-starter" for future permanent planning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Pop-up cultural activation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Breathing temporary, joyful life into forgotten concrete; using transient beauty and celebration to reveal the permanent potential of a neglected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Real-world behavioral data demonstrating how the community naturally uses and responds to a revitalized space, serving as a "kick-starter" for future permanent planning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day to several months
Material  ·  Temporary structures (pavilions, lighting, mobile seating), event permits, local cultural programming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the regeneration of historical areas, cities utilize pop-up activations like the Canning Town Caravanserai or Torre de David. By using cultural events and kick-starter interventions as "testing tools," planners generate new social and cultural impulses in idle spaces, observing the connections made before formalizing any permanent urban structures ,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POP-UP CULTURAL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Idle space · activate · observe ·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day to several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473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8191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Before · idle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5090160" cy="50292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9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site photo or sketch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1417320"/>
            <a:ext cx="55473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6040" y="158191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After · activated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6040" y="2011680"/>
            <a:ext cx="5090160" cy="50292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2011680"/>
            <a:ext cx="509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imagined 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Activation timeline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566160"/>
            <a:ext cx="10363200" cy="0"/>
          </a:xfrm>
          <a:prstGeom prst="line">
            <a:avLst/>
          </a:prstGeom>
          <a:ln w="12700">
            <a:solidFill>
              <a:srgbClr val="0D0D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356360" y="3337560"/>
            <a:ext cx="457200" cy="45720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636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Day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757575"/>
                </a:solidFill>
                <a:latin typeface="Palatino Linotype"/>
              </a:rPr>
              <a:t>Setup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3337560"/>
            <a:ext cx="457200" cy="45720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4160" y="393192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Days 1-3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160" y="420624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757575"/>
                </a:solidFill>
                <a:latin typeface="Palatino Linotype"/>
              </a:rPr>
              <a:t>Soft launch</a:t>
            </a:r>
          </a:p>
        </p:txBody>
      </p:sp>
      <p:sp>
        <p:nvSpPr>
          <p:cNvPr id="24" name="Oval 23"/>
          <p:cNvSpPr/>
          <p:nvPr/>
        </p:nvSpPr>
        <p:spPr>
          <a:xfrm>
            <a:off x="5867400" y="3337560"/>
            <a:ext cx="457200" cy="45720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740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9680" y="393192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Days 4-10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9680" y="420624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757575"/>
                </a:solidFill>
                <a:latin typeface="Palatino Linotype"/>
              </a:rPr>
              <a:t>Peak activation</a:t>
            </a:r>
          </a:p>
        </p:txBody>
      </p:sp>
      <p:sp>
        <p:nvSpPr>
          <p:cNvPr id="28" name="Oval 27"/>
          <p:cNvSpPr/>
          <p:nvPr/>
        </p:nvSpPr>
        <p:spPr>
          <a:xfrm>
            <a:off x="8122920" y="3337560"/>
            <a:ext cx="457200" cy="45720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292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93192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Days 11-14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20624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757575"/>
                </a:solidFill>
                <a:latin typeface="Palatino Linotype"/>
              </a:rPr>
              <a:t>Wind-down</a:t>
            </a:r>
          </a:p>
        </p:txBody>
      </p:sp>
      <p:sp>
        <p:nvSpPr>
          <p:cNvPr id="32" name="Oval 31"/>
          <p:cNvSpPr/>
          <p:nvPr/>
        </p:nvSpPr>
        <p:spPr>
          <a:xfrm>
            <a:off x="10378440" y="3337560"/>
            <a:ext cx="457200" cy="45720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0720" y="393192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Day 15+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0720" y="4206240"/>
            <a:ext cx="207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757575"/>
                </a:solidFill>
                <a:latin typeface="Palatino Linotype"/>
              </a:rPr>
              <a:t>Synthesize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92040"/>
            <a:ext cx="1127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83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Behavioural data observed · who comes, when, how they use the space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1520" y="534924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520" y="562356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