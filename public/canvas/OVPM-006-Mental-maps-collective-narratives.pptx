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06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Mental maps &amp; collective narratives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Visual representations of internalized spatial boundaries, inventories of sensory assets, and maps highlighting areas of high emotional or historical attachment.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06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Mental maps &amp; collective narratives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Making the invisible visible: transforming a geography of concrete and asphalt into a living emotional landscape where the scars and joys of a community can be 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Visual representations of internalized spatial boundaries, inventories of sensory assets, and maps highlighting areas of high emotional or historical attachment.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hour of guided walking, 1.5 hours of collaborative mapping
Material  ·  Blank base maps, colored markers, sensory/feeling cards,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Co-gnito participatory physicalization game uses storytelling and "feeling cards" to map subjective spatial experiences. It highlights how different groups remember the history of a space and negotiate its scale. Additionally, in the historic city of Canterbury, mental maps recensored acoustic and visual experiences to offer urbanists a taxonomy of sensory assets to preserve.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06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MENTAL MAPS &amp; COLLECTIVE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Sensory walk → collective mental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hour of guided walking, 1.5 hours of collaborative ma…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Blank base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ource Sans Pro"/>
              </a:rPr>
              <a:t>Each participant draws their personal route + sensory experiences + memory anchors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4000.0" y="2468880"/>
            <a:ext cx="0.0" cy="347472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90800.0" y="2468880"/>
            <a:ext cx="0.0" cy="347472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.0" y="2468880"/>
            <a:ext cx="0.0" cy="347472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24400.0" y="2468880"/>
            <a:ext cx="0.0" cy="347472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91200.0" y="2468880"/>
            <a:ext cx="0.0" cy="347472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" y="3337560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4206240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5074920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86600" y="1417320"/>
            <a:ext cx="46482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1581912"/>
            <a:ext cx="292608" cy="29260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536192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Sound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801368"/>
            <a:ext cx="387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Palatino Linotype"/>
              </a:rPr>
              <a:t>where the city is loud / quiet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313432"/>
            <a:ext cx="46482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478024"/>
            <a:ext cx="292608" cy="292608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432304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Smell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387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Palatino Linotype"/>
              </a:rPr>
              <a:t>pleasant or oppressive scents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3209544"/>
            <a:ext cx="46482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3374136"/>
            <a:ext cx="292608" cy="292608"/>
          </a:xfrm>
          <a:prstGeom prst="rect">
            <a:avLst/>
          </a:prstGeom>
          <a:solidFill>
            <a:srgbClr val="EF98D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3328416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593592"/>
            <a:ext cx="387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Palatino Linotype"/>
              </a:rPr>
              <a:t>places where past lingers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105656"/>
            <a:ext cx="46482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9480" y="4270248"/>
            <a:ext cx="292608" cy="292608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4224528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Comfort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489704"/>
            <a:ext cx="387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Palatino Linotype"/>
              </a:rPr>
              <a:t>where you feel held / held 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5001768"/>
            <a:ext cx="46482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80" y="5166360"/>
            <a:ext cx="292608" cy="292608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120640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Discomfort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385816"/>
            <a:ext cx="387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Palatino Linotype"/>
              </a:rPr>
              <a:t>where you change 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Merge individual sketches into a single collective map · reveal the shared emotional landscape.</a:t>
            </a:r>
          </a:p>
        </p:txBody>
      </p:sp>
      <p:pic>
        <p:nvPicPr>
          <p:cNvPr id="38" name="Picture 37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06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