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112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Aarhus Convention compliance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public participation dossier demonstrating strict adherence to the three pillars: access to environmental information, public participation in decision-making, and access to justice.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Aarhus Convention compliance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Breaking the opacity of technocratic power, ensuring that the air we breathe and the land we inhabit remain fiercely protected subjects of open, democratic scrutiny.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public participation dossier demonstrating strict adherence to the three pillars: access to environmental information, public participation in decision-making, and access to justice.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Continuous throughout the planning phase
Material  ·  Aarhus Convention guidelines, public consultation portals, legal compliance checklists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large-scale infrastructure projects across the EU (such as those requiring Environmental Impact Assessments), compliance with the Aarhus Convention is mandatory. Member States strictly use the Convention's framework to structure public hearings and consultation periods, ensuring that environmental NGOs and affected citizens have a legally binding voice in evaluating potential environmental hazards before building permits are granted,.</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112  ·  ANIMATION CANVAS  ·  </a:t>
            </a:r>
            <a:r>
              <a:rPr sz="1000" b="1" i="0">
                <a:solidFill>
                  <a:srgbClr val="0D0D0D"/>
                </a:solidFill>
                <a:latin typeface="Source Sans Pro"/>
              </a:rPr>
              <a:t>AARHUS CONVENTION COMPLIANCE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Three pillars · information · participation · justice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Continuous throughout the planning phase</a:t>
            </a:r>
          </a:p>
        </p:txBody>
      </p:sp>
      <p:sp>
        <p:nvSpPr>
          <p:cNvPr id="6" name="Rounded Rectangle 5"/>
          <p:cNvSpPr/>
          <p:nvPr/>
        </p:nvSpPr>
        <p:spPr>
          <a:xfrm>
            <a:off x="457200"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Access to information</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environmental data publicly available</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71264"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99864"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Public participation</a:t>
            </a:r>
          </a:p>
        </p:txBody>
      </p:sp>
      <p:sp>
        <p:nvSpPr>
          <p:cNvPr id="22" name="TextBox 21"/>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in environmental decisions</a:t>
            </a:r>
          </a:p>
        </p:txBody>
      </p:sp>
      <p:cxnSp>
        <p:nvCxnSpPr>
          <p:cNvPr id="23" name="Connector 22"/>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99864.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99864.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99864.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99864.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99864.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99864.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99864.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99864.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085328"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13928"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Access to justice</a:t>
            </a:r>
          </a:p>
        </p:txBody>
      </p:sp>
      <p:sp>
        <p:nvSpPr>
          <p:cNvPr id="36" name="TextBox 35"/>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remedy when rights breached</a:t>
            </a:r>
          </a:p>
        </p:txBody>
      </p:sp>
      <p:cxnSp>
        <p:nvCxnSpPr>
          <p:cNvPr id="37" name="Connector 36"/>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313928.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313928.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13928.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313928.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313928.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313928.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8" name="Picture 4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9" name="TextBox 4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