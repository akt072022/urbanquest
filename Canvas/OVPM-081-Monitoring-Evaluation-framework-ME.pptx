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81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Monitoring &amp; Evaluation framework (M&amp;E)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logic model or results framework tracking inputs, activities, outputs, outcomes, and long-term impacts against baseline data.</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81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Monitoring &amp; Evaluation framework (M&amp;E)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Moving beyond administrative box-ticking to create a culture of honest reflection, where failures are treated as learning opportunities to better serve the community.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logic model or results framework tracking inputs, activities, outputs, outcomes, and long-term impacts against baseline data.</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months for framework design; continuous execution
Material  ·  Logic model templates, baseline data surveys, indicator tracking dashboards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URBACT III program heavily utilized M&amp;E results frameworks to assess its impact on sustainable urban policy across over 400 cities. By continually tracking capacity building, participation, and integration metrics against baseline studies, the evaluation allowed policymakers to visibly demonstrate how local action plans directly improved democratic processes and city governance.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81  ·  ANIMATION CANVAS  ·  </a:t>
            </a:r>
            <a:r>
              <a:rPr sz="1000" b="1" i="0">
                <a:solidFill>
                  <a:srgbClr val="0D0D0D"/>
                </a:solidFill>
                <a:latin typeface="Source Sans Pro"/>
              </a:rPr>
              <a:t>MONITORING &amp; EVALUATION FRAMEWORK (M&amp;E)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Indicator pyramid · output → outcome → impact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months for framework design; continuous execution</a:t>
            </a:r>
          </a:p>
        </p:txBody>
      </p:sp>
      <p:sp>
        <p:nvSpPr>
          <p:cNvPr id="6" name="Rounded Rectangle 5"/>
          <p:cNvSpPr/>
          <p:nvPr/>
        </p:nvSpPr>
        <p:spPr>
          <a:xfrm>
            <a:off x="457200"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Outputs</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what was delivered
# trainings, m² rehabbed</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71264"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99864"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Outcomes</a:t>
            </a:r>
          </a:p>
        </p:txBody>
      </p:sp>
      <p:sp>
        <p:nvSpPr>
          <p:cNvPr id="22" name="TextBox 21"/>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what changed for users
employment, satisfaction</a:t>
            </a:r>
          </a:p>
        </p:txBody>
      </p:sp>
      <p:cxnSp>
        <p:nvCxnSpPr>
          <p:cNvPr id="23" name="Connector 22"/>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99864.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99864.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99864.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99864.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99864.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99864.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99864.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99864.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085328"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13928"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Impact</a:t>
            </a:r>
          </a:p>
        </p:txBody>
      </p:sp>
      <p:sp>
        <p:nvSpPr>
          <p:cNvPr id="36" name="TextBox 35"/>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long-term societal change
wellbeing, prosperity</a:t>
            </a:r>
          </a:p>
        </p:txBody>
      </p:sp>
      <p:cxnSp>
        <p:nvCxnSpPr>
          <p:cNvPr id="37" name="Connector 36"/>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313928.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313928.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13928.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313928.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313928.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313928.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8" name="Picture 4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9" name="TextBox 4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81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