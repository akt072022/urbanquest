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Infrastructure capacity assessment</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spatial diagnostic report highlighting specific urban nodes where the current capacity of utilities and mobility infrastructure falls short of the actual or projected land occupation.</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Infrastructure capacity assessment</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Looking beneath the visible surface of the city to respect its vital organs; ensuring that the ambition of growth does not fatally rupture the hidden lifelines that sustain everyday survival.</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spatial diagnostic report highlighting specific urban nodes where the current capacity of utilities and mobility infrastructure falls short of the actual or projected land occupation.</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4 months of cross-departmental data analysis
Material  ·  GIS software, municipal utility blueprints, demographic projections, digital twin platforms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UN-Habitat Incremental and Participatory Toolbox for Urban Planning utilizes capacity mapping to identify urban nodes where physical infrastructure capacity clashes with actual land occupation. By explicitly assessing structural vulnerabilities, transit capacities, and water networks, planners can target precise, incremental interventions to upgrade the city's lifelines before approving densification.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64  ·  ANIMATION CANVAS  ·  </a:t>
            </a:r>
            <a:r>
              <a:rPr sz="1000" b="1" i="0">
                <a:solidFill>
                  <a:srgbClr val="0D0D0D"/>
                </a:solidFill>
                <a:latin typeface="Source Sans Pro"/>
              </a:rPr>
              <a:t>INFRASTRUCTURE CAPACITY ASSESSMENT</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Networks × current load × future demand × headroom</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4 months of cross-departmental data analysis</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Water &amp; sewer</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supply, treatment, storm</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Energy</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electricity, gas, district</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Roads &amp; transit</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capacity, modal split</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Telecoms</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fibre, mobile, 5G</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Solid waste</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collection, treatment, recycling</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Public services</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schools, health, civic</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For each network · current load · future demand · headroom remaining.</a:t>
            </a:r>
          </a:p>
        </p:txBody>
      </p:sp>
      <p:pic>
        <p:nvPicPr>
          <p:cNvPr id="43" name="Picture 4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4" name="TextBox 4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