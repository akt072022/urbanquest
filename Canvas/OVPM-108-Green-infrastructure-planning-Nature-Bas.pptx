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108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Green infrastructure planning / Nature-Based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spatially mapped green infrastructure network plan detailing selected nature-based interventions, accompanied by an IUCN-aligned criteria assessment and a long-term maintenance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108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Green infrastructure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Inviting the wild back into the concrete grid, shifting from viewing nature as a decorative backdrop to recognizing it as the vital, living machinery that keeps the city breathing.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spatially mapped green infrastructure network plan detailing selected nature-based interventions, accompanied by an IUCN-aligned criteria assessment and a long-term maintenance strategy.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 to 6 months for mapping and criteria assessment
Material  ·  IUCN Global Standard, GIS spatial mapping tools, climate vulnerability data, NbS selection matrices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IUCN NbS Global Standard was assessed in Mediterranean urban areas to deliver nature-based solutions effectively and verify their impact on climate adaptation,. In Copenhagen, green infrastructure was explicitly implemented to prevent flooding during massive cloudbursts, turning water management into a highly visible, attractive urban feature that simultaneously improved the social quality of public spaces.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108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GREEN INFRASTRUCTURE PLANNING / NATURE-BASED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NbS catalogue · 6 categories ×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 to 6 months for mapping and criteria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Urban forests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shade · biodiversity · CO₂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71264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9864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Green roofs &amp; walls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9864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insulation · stormwater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99864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99864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99864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85328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13928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Bioswales / rain gardens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3928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runoff · biodiversity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13928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13928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13928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A8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Constructed wetlands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water treatment · habitat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71264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99864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Permeable surfaces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9864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flood mitigation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99864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99864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99864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85328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13928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Restored riverbanks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3928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ecology · resilience · leisure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13928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13928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13928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108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