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109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New European Bauhaus (NEB) quality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completed NEB Self-Assessment Checklist establishing the project's ambition level across the values of "Beautiful, Sustainable, Together" and the working principles of participation and transdisciplinarity.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109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New European Bauhaus (NEB) quality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Reclaiming the right to beauty in the everyday environment, proving that decarbonization and social justice must also uplift the human spirit and delight the senses.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completed NEB Self-Assessment Checklist establishing the project's ambition level across the values of "Beautiful, Sustainable, Together" and the working principles of participation and transdisciplinarity.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to 2 days for self-assessment workshops
Material  ·  NEB Compass, NEB Checklist tool, project concept 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TOVA project in Spain utilized NEB principles to create architectural constructions made from rammed earth built with a crane 3D printer, generating zero waste and close to zero carbon emissions, while achieving high aesthetic quality and winning a NEB Prize,. Similarly, the NEBourhoods project in Munich revitalized a 1970s district by deeply combining energy solutions with strong community ties and spatial beauty.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109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NEW EUROPEAN BAUHAUS (NEB) QUALITY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New European Bauhaus · 3 inseparable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to 2 days for self-assessment workshops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49472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Beautiful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experience &amp; aesthetics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1264" y="1417320"/>
            <a:ext cx="3649472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9864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Sustainable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9864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climate &amp; circular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99864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499864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99864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99864.0" y="362102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99864.0" y="391363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99864.0" y="420624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499864.0" y="449884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99864.0" y="479145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99864.0" y="508406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99864.0" y="537667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99864.0" y="566928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85328" y="1417320"/>
            <a:ext cx="3649472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13928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Together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928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inclusive &amp; accessible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13928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13928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13928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13928.0" y="362102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13928.0" y="391363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13928.0" y="420624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13928.0" y="449884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13928.0" y="479145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313928.0" y="508406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13928.0" y="537667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13928.0" y="566928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No dimension may be sacrificed for another. Score each separately.</a:t>
            </a:r>
          </a:p>
        </p:txBody>
      </p:sp>
      <p:pic>
        <p:nvPicPr>
          <p:cNvPr id="49" name="Picture 48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109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