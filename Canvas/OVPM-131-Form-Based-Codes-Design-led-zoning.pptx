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131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Form-Based Codes / Design-led zoning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legally binding municipal zoning document that regulates the physical form, massing, and relationship of buildings to the public realm across a rural-to-urban transect.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45536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131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Form-Based Codes / Design-led zoning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Rewriting the fundamental DNA of the city's legal code so that every new development naturally grows into a vibrant, pedestrian-friendly neighborhood, effectively outlawing the isolation of urban sprawl.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legally binding municipal zoning document that regulates the physical form, massing, and relationship of buildings to the public realm across a rural-to-urban transect.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12 to 24 months for drafting and legal adoption
Material  ·  The SmartCode template, GIS mapping, public charrette materials, architectural rendering software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Communities utilizing the SmartCode framework apply generative coding to restructure their regulatory environment. By calibrating building orientation, street lighting design, and mixed-use requirements based on specific transect zones, municipalities have successfully created lively urban centers that promote shared prosperity, drastically reducing the vehicle miles traveled while boosting local economic vitality.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131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FORM-BASED CODES / DESIGN-LED ZONING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Rural-to-urban transect · 6 zones × form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12 to 24 months for drafting and legal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7424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285240" cy="365760"/>
          </a:xfrm>
          <a:prstGeom prst="roundRect">
            <a:avLst>
              <a:gd name="adj" fmla="val 50000"/>
            </a:avLst>
          </a:prstGeom>
          <a:solidFill>
            <a:srgbClr val="A8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T1 ·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285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no development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364232" y="1417320"/>
            <a:ext cx="17424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92832" y="1600200"/>
            <a:ext cx="1285240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T2 · Rural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2832" y="2103120"/>
            <a:ext cx="1285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farmland · scattered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92832.0" y="274320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592832.0" y="303580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92832.0" y="332841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2832.0" y="362102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92832.0" y="391363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92832.0" y="420624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92832.0" y="449884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592832.0" y="479145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592832.0" y="508406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92832.0" y="537667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592832.0" y="566928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71264" y="1417320"/>
            <a:ext cx="17424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99864" y="1600200"/>
            <a:ext cx="1285240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T3 · Sub-urban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9864" y="2103120"/>
            <a:ext cx="1285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low density · garden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499864.0" y="274320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99864.0" y="303580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499864.0" y="332841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499864.0" y="362102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99864.0" y="391363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99864.0" y="420624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499864.0" y="449884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99864.0" y="479145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99864.0" y="508406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99864.0" y="537667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9864.0" y="566928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178296" y="1417320"/>
            <a:ext cx="17424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06896" y="1600200"/>
            <a:ext cx="1285240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T4 · General urban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6896" y="2103120"/>
            <a:ext cx="1285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mixed-use · mid-rise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406896.0" y="274320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406896.0" y="303580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406896.0" y="332841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406896.0" y="362102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406896.0" y="391363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406896.0" y="420624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406896.0" y="449884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06896.0" y="479145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406896.0" y="508406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406896.0" y="537667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406896.0" y="566928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8085328" y="1417320"/>
            <a:ext cx="17424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313928" y="1600200"/>
            <a:ext cx="1285240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T5 · Urban centre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3928" y="2103120"/>
            <a:ext cx="1285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dense · attached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313928.0" y="274320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313928.0" y="303580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313928.0" y="332841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313928.0" y="362102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313928.0" y="391363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313928.0" y="420624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313928.0" y="449884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313928.0" y="479145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313928.0" y="508406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313928.0" y="537667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313928.0" y="566928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9992360" y="1417320"/>
            <a:ext cx="17424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220960" y="1600200"/>
            <a:ext cx="1285240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T6 · Urban core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20960" y="2103120"/>
            <a:ext cx="1285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dense · vertical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0220960.0" y="274320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220960.0" y="303580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220960.0" y="332841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220960.0" y="362102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220960.0" y="391363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220960.0" y="420624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220960.0" y="4498848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220960.0" y="4791456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220960.0" y="5084064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220960.0" y="5376672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220960.0" y="5669280.0"/>
            <a:ext cx="128524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Calibrate frontages, heights, setbacks, parking by transect.</a:t>
            </a:r>
          </a:p>
        </p:txBody>
      </p:sp>
      <p:pic>
        <p:nvPicPr>
          <p:cNvPr id="91" name="Picture 9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131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