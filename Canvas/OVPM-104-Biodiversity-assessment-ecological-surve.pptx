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Biodiversity assessment / ecological survey</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An ecological audit featuring habitat classifications, condition scores, and a calculated baseline of "biodiversity units" required for net-gain compliance.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Biodiversity assessment / ecological survey</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Translating the irreplaceable beauty of a meadow or a stream into a non-negotiable metric, ensuring that the living world holds structural power at the urban planning table.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An ecological audit featuring habitat classifications, condition scores, and a calculated baseline of "biodiversity units" required for net-gain compliance.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for field surveys and calculations
Material  ·  Standardized biodiversity metric tools, GIS habitat maps, botanical field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England, the Statutory Biodiversity Metric is a legally mandated tool for the town planning system. Before planning permission is granted, developers must calculate the precise baseline value of the natural habitats on their site. By forcing developers to mathematically prove how they will deliver a 10% net gain in biodiversity units, the metric drives the integration of green roofs, restored wetlands, and wildlife corridors into commercial designs.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104  ·  ANIMATION CANVAS  ·  </a:t>
            </a:r>
            <a:r>
              <a:rPr sz="1000" b="1" i="0">
                <a:solidFill>
                  <a:srgbClr val="0D0D0D"/>
                </a:solidFill>
                <a:latin typeface="Source Sans Pro"/>
              </a:rPr>
              <a:t>BIODIVERSITY ASSESSMENT / ECOLOGICAL SURVEY</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Habitats × species × pressures × measures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for field surveys and calculations</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Habitats</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Natura 2000 · ZNIEFF · local types</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Flora &amp; fauna</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protected · indicator · invasive</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Pressures</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fragmentation · pollution · climate</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Measures</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protect · restore · connect</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2" name="Picture 6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3" name="TextBox 6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