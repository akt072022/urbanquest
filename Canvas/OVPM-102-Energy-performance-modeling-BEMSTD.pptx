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102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Energy performance modeling (BEM/STD)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dynamic thermal simulation report detailing hourly heating, cooling, and electricity demands, used to validate the efficiency of the envelope and HVAC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102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Energy performance modeling (BEM/STD)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Prototyping the invisible physics of shelter, allowing designers to sculpt light, wind, and heat to guarantee human comfort without sacrificing the climate.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dynamic thermal simulation report detailing hourly heating, cooling, and electricity demands, used to validate the efficiency of the envelope and HVAC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weeks per district/building
Material  ·  Building Performance Simulation (BPS) software, architectural CAD files, local weather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CityBES web-based platform uses EnergyPlus simulation engines to process CityGML datasets, providing city-scale building energy efficiency modeling. Municipalities use it to visualize current consumption, test large-scale retrofit scenarios, and accurately plan the deployment of district heating or renewable energy systems across thousands of varied building archetypes.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102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ENERGY PERFORMANCE MODELING (BEM/STD)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Energy model · envelope · systems · usage ·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weeks per district/building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walls · roof · windows · airtightness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heating · cooling · ventilation · DHW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6348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46348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46348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46348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6348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6348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46348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6348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Usage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schedules · density · plug loads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6896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6896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6896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6896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06896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06896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6896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6896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Climate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site weather · UHI · microclimate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444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67444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67444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67444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67444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67444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67444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67444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102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