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114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SECAP / Covenant of Mayors climate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formally adopted Sustainable Energy and Climate Action Plan (SECAP) comprising a Baseline Emission Inventory, a Risk and Vulnerability Assessment, and a clear roadmap of mitigation/adaptation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114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SECAP / Covenant of Mayors climate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Transforming global planetary anxiety into precise, localized municipal action, empowering mayors and citizens to become the frontline defenders of a stable climate.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formally adopted Sustainable Energy and Climate Action Plan (SECAP) comprising a Baseline Emission Inventory, a Risk and Vulnerability Assessment, and a clear roadmap of mitigation/adaptation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to 12 months for baseline gathering and action planning
Material  ·  CoM reporting templates, local utility data, climate hazard models, emission factor databases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Cluster ‘Dora 5 Laghi’ in Piedmont, Italy, successfully utilized a Joint SECAP approach. Seven municipalities collaborated to set a collective emission reduction target of 56.9% by 2030. Their plan brilliantly integrated shared territorial actions, like expanding cycling infrastructure and setting up a renewable energy community, with localized municipal actions such as landslide repair and public building efficiency upgrades.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114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SECAP / COVENANT OF MAYORS CLIMATE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SECAP cycle · BEI · vision · actions ·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to 12 months for baseline gathering and action planni…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Baseline emission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BEI – year 0 reference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Vision &amp;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6348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2030/2050 commitments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46348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46348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46348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46348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46348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46348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46348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46348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46348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46348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46348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896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mitigation × adaptation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6896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6896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6896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6896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6896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06896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6896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06896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06896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06896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06896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Monitoring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7444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biennial review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67444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67444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67444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444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67444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67444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67444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67444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67444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67444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67444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114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