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80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Change management &amp; communication plan</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dynamic communication roadmap detailing target audiences, designated communication channels, frequency of updates, and feedback integration loops.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80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Change management &amp; communication plan</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Navigating the emotional friction of change, transforming the fear of the new into a shared journey of civic adaptation through transparent and empathetic dialogue.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dynamic communication roadmap detailing target audiences, designated communication channels, frequency of updates, and feedback integration loops.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3 weeks for initial drafting; continuous execution
Material  ·  Communication matrices, social media platforms, project management tracking tools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During the implementation of the Dominica Plastic Detox Initiative, a detailed communication and change management plan was deployed to inform residents and businesses about regulatory shifts. By identifying policy change risks and actively communicating through appropriate channels, the initiative managed public expectations and mitigated resistance to new environmental laws.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80  ·  ANIMATION CANVAS  ·  </a:t>
            </a:r>
            <a:r>
              <a:rPr sz="1000" b="1" i="0">
                <a:solidFill>
                  <a:srgbClr val="0D0D0D"/>
                </a:solidFill>
                <a:latin typeface="Source Sans Pro"/>
              </a:rPr>
              <a:t>CHANGE MANAGEMENT &amp; COMMUNICATION PLAN</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Audience × message × channel × moment</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3 weeks for initial drafting; continuous execution</a:t>
            </a:r>
          </a:p>
        </p:txBody>
      </p:sp>
      <p:sp>
        <p:nvSpPr>
          <p:cNvPr id="6" name="Rounded Rectangle 5"/>
          <p:cNvSpPr/>
          <p:nvPr/>
        </p:nvSpPr>
        <p:spPr>
          <a:xfrm>
            <a:off x="457200" y="1417320"/>
            <a:ext cx="112776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783080"/>
            <a:ext cx="2164080" cy="384048"/>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83080"/>
            <a:ext cx="2164080" cy="384048"/>
          </a:xfrm>
          <a:prstGeom prst="rect">
            <a:avLst/>
          </a:prstGeom>
          <a:noFill/>
        </p:spPr>
        <p:txBody>
          <a:bodyPr wrap="square" lIns="0" rIns="0" tIns="0" bIns="0" anchor="ctr">
            <a:spAutoFit/>
          </a:bodyPr>
          <a:lstStyle/>
          <a:p>
            <a:pPr algn="ctr"/>
            <a:r>
              <a:rPr sz="1000" b="1" i="0">
                <a:solidFill>
                  <a:srgbClr val="FFD200"/>
                </a:solidFill>
                <a:latin typeface="Source Sans Pro"/>
              </a:rPr>
              <a:t>Audience</a:t>
            </a:r>
          </a:p>
        </p:txBody>
      </p:sp>
      <p:sp>
        <p:nvSpPr>
          <p:cNvPr id="9" name="Rectangle 8"/>
          <p:cNvSpPr/>
          <p:nvPr/>
        </p:nvSpPr>
        <p:spPr>
          <a:xfrm>
            <a:off x="284988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988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Key message</a:t>
            </a:r>
          </a:p>
        </p:txBody>
      </p:sp>
      <p:sp>
        <p:nvSpPr>
          <p:cNvPr id="11" name="Rectangle 10"/>
          <p:cNvSpPr/>
          <p:nvPr/>
        </p:nvSpPr>
        <p:spPr>
          <a:xfrm>
            <a:off x="501396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1396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Channel</a:t>
            </a:r>
          </a:p>
        </p:txBody>
      </p:sp>
      <p:sp>
        <p:nvSpPr>
          <p:cNvPr id="13" name="Rectangle 12"/>
          <p:cNvSpPr/>
          <p:nvPr/>
        </p:nvSpPr>
        <p:spPr>
          <a:xfrm>
            <a:off x="717804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Moment</a:t>
            </a:r>
          </a:p>
        </p:txBody>
      </p:sp>
      <p:sp>
        <p:nvSpPr>
          <p:cNvPr id="15" name="Rectangle 14"/>
          <p:cNvSpPr/>
          <p:nvPr/>
        </p:nvSpPr>
        <p:spPr>
          <a:xfrm>
            <a:off x="9342120" y="178308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42120" y="178308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Owner</a:t>
            </a:r>
          </a:p>
        </p:txBody>
      </p:sp>
      <p:sp>
        <p:nvSpPr>
          <p:cNvPr id="17" name="Rectangle 16"/>
          <p:cNvSpPr/>
          <p:nvPr/>
        </p:nvSpPr>
        <p:spPr>
          <a:xfrm>
            <a:off x="68580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4988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1396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7804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42120" y="21671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84988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1396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7804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342120" y="26243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80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84988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1396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7804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342120" y="30815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84988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1396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7804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342120" y="35387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580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84988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1396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7804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342120" y="39959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8580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4988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1396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17804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342120" y="44531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8580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84988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1396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17804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342120" y="491032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8580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84988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1396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7804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342120" y="536752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8" name="TextBox 5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80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