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52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Temporary urbanism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low-cost, short-term physical alteration of a public space (e.g., a pop-up parklet, a painted pedestrian plaza) accompanied by data on how the community naturally uses the new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52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Temporary urbanism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Breaking the paralysis of long-term planning through immediate action; proving to skeptical residents that a hostile asphalt intersection can become a welcoming human square overnight.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low-cost, short-term physical alteration of a public space (e.g., a pop-up parklet, a painted pedestrian plaza) accompanied by data on how the community naturally uses the new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week for installation, 1 to 3 months of temporary testing and observation
Material  ·  Paint, modular seating, mobile greenery, observation grids, user feedback surveys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PopUpUrbanSpaces project across Central Europe utilized tactical urbanism to reclaim streets. In Varaždin (Croatia), a street redesign prototype was tested with temporary materials. Follow-up measurements recorded an asphalt temperature drop from 50°C to 30°C, and on-site surveys confirmed a 95% public approval rate, accelerating the city's commitment to permanent pedestrian-oriented interventions.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52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TEMPORARY URBANISM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Quick · cheap · reversible ·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week for installation, 1 to 3 months of temporary tes…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Quick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days, not months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7748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Cheap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348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low-cost materials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46348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46348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46348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8296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Reversible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896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can be removed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6896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6896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6896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38844" y="1417320"/>
            <a:ext cx="2695956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Measurable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7444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data-driven learning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67444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67444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67444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3977640"/>
            <a:ext cx="112776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14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Instrumentation · what we measure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52628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Footfall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.0" y="5029200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.0" y="5321808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800.0" y="5614416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849880" y="452628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Dwell time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49880.0" y="5029200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49880.0" y="5321808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49880.0" y="5614416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013960" y="452628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Use mix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13960.0" y="5029200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013960.0" y="5321808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13960.0" y="5614416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78040" y="452628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Sentiment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78040.0" y="5029200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78040.0" y="5321808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78040.0" y="5614416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342120" y="452628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Income / cost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42120.0" y="5029200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342120.0" y="5321808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42120.0" y="5614416"/>
            <a:ext cx="207264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52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