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66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Mandate &amp; political commitment 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formally signed charter or policy mandate that publicly commits local authorities and elected officials to support, fund, and implement the urban intervention,.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G3 · Proof of Anchoring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Regulation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pic>
        <p:nvPicPr>
          <p:cNvPr id="11" name="Picture 1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66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Mandate &amp; political commitment note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G3 · Proof of Anchoring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Forcing the administration to put its name on the line; transforming vague political promises into a binding contract that the community can use to demand accountability.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formally signed charter or policy mandate that publicly commits local authorities and elected officials to support, fund, and implement the urban intervention,.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1 to 2 months of negotiation and drafting
Material  ·  Policy briefs, legislative review documents, formal municipal resolutions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Within the UN-Habitat Incremental and Participatory Toolbox for Urban Planning, examining the political champions and decision-makers of the urban planning system is a mandatory first step. By securing a clear mandate and aligning the project with the broader institutional structure from week one, planning teams prevent their technical work from being discarded during future political transitions.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66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MANDATE &amp; POLITICAL COMMITMENT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Mandate template · scope · ambition ·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1 to 2 months of negotiation and drafting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776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Project mandate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600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  <a:latin typeface="Palatino Linotype"/>
              </a:rPr>
              <a:t>signed by the political sponsor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58568"/>
            <a:ext cx="54864" cy="298704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2194560" cy="426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Project name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2529840.0"/>
            <a:ext cx="835152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85800" y="2685288"/>
            <a:ext cx="54864" cy="29870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21280"/>
            <a:ext cx="2194560" cy="426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Sponsor (elected)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08960" y="2956560.0"/>
            <a:ext cx="835152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85800" y="3112008"/>
            <a:ext cx="54864" cy="298704"/>
          </a:xfrm>
          <a:prstGeom prst="rect">
            <a:avLst/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48000"/>
            <a:ext cx="2194560" cy="426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Scope (in / out)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08960" y="3383280.0"/>
            <a:ext cx="835152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85800" y="3538728"/>
            <a:ext cx="54864" cy="298704"/>
          </a:xfrm>
          <a:prstGeom prst="rect">
            <a:avLst/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74720"/>
            <a:ext cx="2194560" cy="426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Ambition level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08960" y="3810000.0"/>
            <a:ext cx="835152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85800" y="3965448"/>
            <a:ext cx="54864" cy="298704"/>
          </a:xfrm>
          <a:prstGeom prst="rect">
            <a:avLst/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901440"/>
            <a:ext cx="2194560" cy="426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Time horizon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08960" y="4236720.0"/>
            <a:ext cx="835152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85800" y="4392168"/>
            <a:ext cx="54864" cy="298704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328160"/>
            <a:ext cx="2194560" cy="426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Resources unlocked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108960" y="4663440.0"/>
            <a:ext cx="835152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85800" y="4818888"/>
            <a:ext cx="54864" cy="298704"/>
          </a:xfrm>
          <a:prstGeom prst="rect">
            <a:avLst/>
          </a:prstGeom>
          <a:solidFill>
            <a:srgbClr val="EF9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754880"/>
            <a:ext cx="2194560" cy="426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Decisions delegated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108960" y="5090160.0"/>
            <a:ext cx="835152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85800" y="5245608"/>
            <a:ext cx="54864" cy="29870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181600"/>
            <a:ext cx="2194560" cy="426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Reporting cadence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108960" y="5516880.0"/>
            <a:ext cx="835152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85800" y="5672328"/>
            <a:ext cx="54864" cy="298704"/>
          </a:xfrm>
          <a:prstGeom prst="rect">
            <a:avLst/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608320"/>
            <a:ext cx="2194560" cy="426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Risks acknowledged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108960" y="5943600.0"/>
            <a:ext cx="835152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66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