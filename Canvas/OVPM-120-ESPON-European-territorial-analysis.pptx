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120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ESPON · European territorial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territorial analysis report detailing how demographic shifts, functional economic areas, and proposed policies interact across municipal and regional borders.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ESPON · European territorial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Erasing the artificial borders drawn by administrators to reveal the true, living geography of daily human movement, commuting, and economic survival.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territorial analysis report detailing how demographic shifts, functional economic areas, and proposed policies interact across municipal and regional borders.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8 weeks
Material  ·  ESPON Database Portal, GIS software, Territorial Impact Assessment (TIA)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Managing Authorities utilize ESPON's territorial tools to design cohesion policy strategies. For example, specific analyses of small and medium-sized towns and cities (SMSTCs) enabled policymakers to understand their crucial role in regional networks. This evidence-based approach allowed authorities to tailor Community-Led Local Development (CLLD) funding to strengthen active, inclusive territories, rather than imposing one-size-fits-all metropolitan models on smaller commun…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ESPON · EUROPEAN TERRITORIAL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Functional territory analysis · macro × micro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8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Functional Urban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commute-shed, not admin border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Polycentricity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multi-node networks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6348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46348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46348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46348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6348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6348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46348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6348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Cohesion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territorial · economic · social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6896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6896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6896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6896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06896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06896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6896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6896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Cross-border flows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goods · people · data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444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67444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67444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67444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67444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67444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67444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67444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