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70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Citizen engagement baseline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diagnostic report scoring the depth and effectiveness of existing public consultation tools, identifying whether the current administration practices genuine collaboration or mere tokenism,.</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Citizen engagement baseline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Holding a mirror up to the administration; proving the difference between allowing citizens to speak into a void and actually granting them the power to shape the city.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diagnostic report scoring the depth and effectiveness of existing public consultation tools, identifying whether the current administration practices genuine collaboration or mere tokenism,.</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4 weeks of document review and civic surveying
Material  ·  Arnstein’s Ladder framework, historical participation reports, civic trust surveys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During the CEJ Convergence assessment in North Macedonia, a baseline study evaluated the effectiveness of current tools for public consultation in environmental matters. The report noted that while legal mandates for Environmental Impact Assessments existed, their practical application revealed significant disparities. Identifying these baseline weaknesses allowed planners to recommend specific improvements for engaging stakeholders in major infrastructure projects,.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70  ·  ANIMATION CANVAS  ·  </a:t>
            </a:r>
            <a:r>
              <a:rPr sz="1000" b="1" i="0">
                <a:solidFill>
                  <a:srgbClr val="0D0D0D"/>
                </a:solidFill>
                <a:latin typeface="Source Sans Pro"/>
              </a:rPr>
              <a:t>CITIZEN ENGAGEMENT BASELINE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IAP2 spectrum · inform → empower</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4 weeks of document review and civic surveying</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Inform</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one-way communication</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Consult</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gather input</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Involve</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work directly with</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Collaborate</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partner in decisions</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Empower</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place decision in citizen hands</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For each engagement on the project · place it on the spectrum, then justify.</a:t>
            </a:r>
          </a:p>
        </p:txBody>
      </p:sp>
      <p:pic>
        <p:nvPicPr>
          <p:cNvPr id="77" name="Picture 7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8" name="TextBox 7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70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