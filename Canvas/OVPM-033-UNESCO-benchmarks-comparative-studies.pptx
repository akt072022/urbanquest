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33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UNESCO benchmarks &amp; comparative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An analytical report comparing the local site's performance against international standards and similar heritage sites, identifying gaps in management and opportunities for sustainable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33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UNESCO benchmarks &amp; comparative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Looking beyond local borders to realize that the struggles of a specific neighborhood echo the universal human quest to preserve memory and identity against the pressures of rapid urbanization.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An analytical report comparing the local site's performance against international standards and similar heritage sites, identifying gaps in management and opportunities for sustainable development.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4 months of data collection and comparative analysis
Material  ·  Global monitoring tools (e.g., UNESCO Culture for Development Indicators), international database access, analytical frameworks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ATLAS World Heritage project utilized comparative studies across multiple Atlantic Area cities. By benchmarking management practices and developing sustainability plans based on shared international methodologies, partner cities co-created and tested inclusive heritage management models before applying them locally,,.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33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UNESCO BENCHMARKS &amp; COMPARATIVE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Comparative cases · what the world has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4 months of data collection and comparative analys…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67888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Site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European peer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population, scale, year of designation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.0" y="315468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33756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main planning approach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.0" y="393192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11480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who decides, who funds, who monitors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.0" y="470916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89204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636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measured impact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.0" y="548640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66928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Lessons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4360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what to import, what to avoid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.0" y="626364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83456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2056" y="1600200"/>
            <a:ext cx="3167888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Site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2056" y="21031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Global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2056" y="25603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056" y="283464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population, scale, year of designation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12056.0" y="315468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12056" y="333756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2056" y="361188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main planning approach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12056.0" y="393192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12056" y="411480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2056" y="438912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who decides, who funds, who monitors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12056.0" y="470916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12056" y="489204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Outcomes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2056" y="516636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measured impact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12056.0" y="548640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12056" y="566928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Lessons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2056" y="594360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what to import, what to avoid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12056.0" y="626364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09712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38312" y="1600200"/>
            <a:ext cx="3167888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Site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8312" y="21031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Aspirational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8312" y="256032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8312" y="283464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population, scale, year of designation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38312.0" y="315468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38312" y="333756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8312" y="361188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main planning approach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38312.0" y="393192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38312" y="411480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Governance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8312" y="438912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who decides, who funds, who monitors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38312.0" y="470916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38312" y="489204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Outcomes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8312" y="516636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measured impact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38312.0" y="548640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38312" y="5669280"/>
            <a:ext cx="3167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Lessons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8312" y="5943600"/>
            <a:ext cx="31678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Palatino Linotype"/>
              </a:rPr>
              <a:t>what to import, what to avoid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38312.0" y="6263640"/>
            <a:ext cx="316788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33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