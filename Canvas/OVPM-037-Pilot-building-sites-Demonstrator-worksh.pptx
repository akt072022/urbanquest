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37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Pilot building sites, Demonstrator workshops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Small-scale, tangible physical interventions (e.g., modular furniture, public space modifications) constructed and tested directly by the community on-site.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37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Pilot building sites, Demonstrator workshops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Demystifying the construction of the city; handing the hammer and the saw directly to the inhabitants so they can physically shape their own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Small-scale, tangible physical interventions (e.g., modular furniture, public space modifications) constructed and tested directly by the community on-site.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week of construction, several months of observation
Material  ·  Building materials (wood, metal), hand tools, safety equipment, observational grids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FURNISH project deployed an "Urban Living Lab" in Barcelona, collaborating with Fab Labs to build the "EDUS Point" prototype. This temporary urban intervention served as both a spatial artifact and a social process, allowing continuous testing and community engagement directly on the street, bridging physical and digital layers of urban experimentation,.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37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PILOT BUILDING SITES, DEMONSTRATOR WORKSHOPS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Demonstrator setup · learn-by-building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week of construction, several months of observation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33019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1. Site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3301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representative + accessible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.0" y="2743200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.0" y="2999232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.0" y="3255264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17748" y="1417320"/>
            <a:ext cx="2695956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0628" y="1600200"/>
            <a:ext cx="233019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2. Partnership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628" y="2103120"/>
            <a:ext cx="23301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owners, makers, users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00628.0" y="2743200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00628.0" y="2999232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00628.0" y="3255264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78296" y="1417320"/>
            <a:ext cx="2695956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1176" y="1600200"/>
            <a:ext cx="233019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3.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176" y="2103120"/>
            <a:ext cx="23301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transparent, safe, instrumented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61176.0" y="2743200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61176.0" y="2999232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61176.0" y="3255264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38844" y="1417320"/>
            <a:ext cx="2695956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21724" y="1600200"/>
            <a:ext cx="233019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4. Open 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1724" y="2103120"/>
            <a:ext cx="23301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invite scrutiny, document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21724.0" y="2743200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21724.0" y="2999232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221724.0" y="3255264"/>
            <a:ext cx="233019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3794760"/>
            <a:ext cx="55473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39776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What we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80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1.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0120" y="4681728"/>
            <a:ext cx="48615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4846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2.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0120" y="5047488"/>
            <a:ext cx="48615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5212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3.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0120" y="5413248"/>
            <a:ext cx="48615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080" y="5577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4.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0120" y="5779008"/>
            <a:ext cx="48615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187440" y="3794760"/>
            <a:ext cx="55473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70320" y="39776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What we learn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320" y="4480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1.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690360.0" y="4681728"/>
            <a:ext cx="48615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70320" y="4846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2.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90360.0" y="5047488"/>
            <a:ext cx="48615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70320" y="5212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3.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690360.0" y="5413248"/>
            <a:ext cx="48615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370320" y="5577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4.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690360.0" y="5779008"/>
            <a:ext cx="48615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37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