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95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Social Return on Investment (SROI)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An SROI report detailing the monetized social impacts, adjusted for deadweight and displacement, and culminating in a clear benefit-to-investment ratio.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95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Social Return on Investment (SROI)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Providing an indisputable language for care and resilience, forcing traditional accounting to register human joy, safety, and community attachment as the ultimate civic assets.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An SROI report detailing the monetized social impacts, adjusted for deadweight and displacement, and culminating in a clear benefit-to-investment ratio.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8 to 12 weeks
Material  ·  Financial proxy databases (e.g., HACT), stakeholder engagement surveys, impact calculation frameworks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For the Connswater Community Greenway in Belfast, an SROI analysis used real-world data to monetize elements like flood alleviation, health, and productivity. The evaluation proved that for every £1 invested in the greenway, the local economy gained up to £1.59, justifying the long-term public expenditure. In an Italian urban green space project, researchers monetized the reduction of loneliness and creation of social connections, finding that every euro invested in these na…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95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SOCIAL RETURN ON INVESTMENT (SROI)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SROI · social 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8 to 12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20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0D0D0D"/>
                </a:solidFill>
                <a:latin typeface="Palatino Linotype"/>
              </a:rPr>
              <a:t>SROI = </a:t>
            </a:r>
            <a:r>
              <a:rPr sz="2200" b="0" i="1">
                <a:solidFill>
                  <a:srgbClr val="00ED93"/>
                </a:solidFill>
                <a:latin typeface="Palatino Linotype"/>
              </a:rPr>
              <a:t>Σ Social value generated</a:t>
            </a:r>
            <a:r>
              <a:rPr sz="2400" b="0" i="0">
                <a:solidFill>
                  <a:srgbClr val="0D0D0D"/>
                </a:solidFill>
                <a:latin typeface="Palatino Linotype"/>
              </a:rPr>
              <a:t>  /  </a:t>
            </a:r>
            <a:r>
              <a:rPr sz="2200" b="0" i="1">
                <a:solidFill>
                  <a:srgbClr val="FF674D"/>
                </a:solidFill>
                <a:latin typeface="Palatino Linotype"/>
              </a:rPr>
              <a:t>Σ Investment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360"/>
            <a:ext cx="36372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3180080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318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who is impacted · how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.0" y="429768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46634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502920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539496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576072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7360" y="2880360"/>
            <a:ext cx="36372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5960" y="3063240"/>
            <a:ext cx="3180080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960" y="3566160"/>
            <a:ext cx="318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what changes for them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05960.0" y="429768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05960.0" y="46634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05960.0" y="502920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05960.0" y="539496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05960.0" y="576072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97520" y="2880360"/>
            <a:ext cx="36372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6120" y="3063240"/>
            <a:ext cx="3180080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6120" y="3566160"/>
            <a:ext cx="318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monetize using proxies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6120.0" y="429768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6120.0" y="46634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26120.0" y="502920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26120.0" y="539496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26120.0" y="576072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95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