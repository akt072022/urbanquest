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74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Theory of Change (ToC)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visual impact map that chronologically connects resources (inputs), actions (activities), tangible deliverables (outputs), short-term effects (outcomes), and the ultimate societal goals (impact).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74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Theory of Change (ToC)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Working backward from a shared dream to present-day constraints, ensuring that every brick laid or policy drafted serves a profound human purpose rather than just a bureaucratic milestone.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visual impact map that chronologically connects resources (inputs), actions (activities), tangible deliverables (outputs), short-term effects (outcomes), and the ultimate societal goals (impact).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days of collaborative workshops
Material  ·  Large wall space or digital whiteboard, logic model templates, sticky notes, markers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URBACT U.R. Impact Network utilized the Theory of Change to shift municipalities from a fragmented project mindset to a long-term impact logic. For example, in Murcia, the ToC guided the "South Connection" project to bridge a historic railway divide, transforming 200,000 square meters into a mobility hub designed specifically to heal geographical and social inequalities.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74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THEORY OF CHANGE (TOC)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Inputs → Activities → Outputs → Outcomes →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days of collaborative workshops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12384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EE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66664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resources we mobilize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88036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15468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42900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70332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7764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5196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52628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5638" y="1417320"/>
            <a:ext cx="212384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4238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Activities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4238" y="2103120"/>
            <a:ext cx="166664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what we 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4238.4" y="288036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74238.4" y="315468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74238.4" y="342900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74238.4" y="370332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974238.4" y="397764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4238.4" y="425196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4238.4" y="4526280"/>
            <a:ext cx="1666646.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34076" y="1417320"/>
            <a:ext cx="212384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62676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2676" y="2103120"/>
            <a:ext cx="166664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what we deliver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62676.8" y="2880360"/>
            <a:ext cx="1666646.399999999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262676.8" y="3154680"/>
            <a:ext cx="1666646.399999999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62676.8" y="3429000"/>
            <a:ext cx="1666646.399999999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62676.8" y="3703320"/>
            <a:ext cx="1666646.399999999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262676.8" y="3977640"/>
            <a:ext cx="1666646.399999999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262676.8" y="4251960"/>
            <a:ext cx="1666646.399999999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62676.8" y="4526280"/>
            <a:ext cx="1666646.399999999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22515" y="1417320"/>
            <a:ext cx="212384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51115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Outcomes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1115" y="2103120"/>
            <a:ext cx="166664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what changes for users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51115.199999999" y="288036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51115.199999999" y="315468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51115.199999999" y="342900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51115.199999999" y="370332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51115.199999999" y="397764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551115.199999999" y="425196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551115.199999999" y="452628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610953" y="1417320"/>
            <a:ext cx="2123846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39553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39553" y="2103120"/>
            <a:ext cx="166664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long-term societal change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39553.6" y="288036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839553.6" y="315468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39553.6" y="342900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39553.6" y="370332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839553.6" y="397764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839553.6" y="425196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839553.6" y="4526280"/>
            <a:ext cx="1666646.4000000004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457200" y="4892040"/>
            <a:ext cx="112776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029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Assumptions &amp; external factors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1520" y="5394960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31520" y="5687568"/>
            <a:ext cx="1072896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74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