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78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Urban development contract / PPP structuring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finalized Public-Private Partnership (PPP) contract featuring explicit risk allocation, output specifications, payment mechanisms, and dispute resolution clauses.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78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Urban development contract / PPP structuring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Crafting a delicate decades-long pact between public accountability and private capacity, anchoring the relationship in mutual trust and shared risk rather than mere transactional exchange.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finalized Public-Private Partnership (PPP) contract featuring explicit risk allocation, output specifications, payment mechanisms, and dispute resolution clauses.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to 18 months of negotiation and structuring
Material  ·  Financial models (Base Case), technical output specifications, legal frameworks, risk matrices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EBRD guides the structuring of PPP contracts by emphasizing that long-term viability requires flexibility. For instance, in toll highway or water treatment projects, contracts must include adjustment mechanisms to handle unpredictable technological shifts or demand changes over a 30-year lifecycle. Proper structuring gives lenders the certainty they need to provide non-recourse project finance.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78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URBAN DEVELOPMENT CONTRACT / PPP 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PPP structure · roles · risks · revenues ·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to 18 months of negotiation and structuring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public · private · operator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Risk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6348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design · build · operate · revenue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46348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46348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46348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46348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46348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46348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46348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46348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46348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46348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46348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Revenue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896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availability · user-pay · hybrid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6896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6896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6896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6896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6896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06896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06896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06896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06896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06896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06896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Oversight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7444" y="2103120"/>
            <a:ext cx="22387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KPIs · audits · clawbacks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267444.0" y="274320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67444.0" y="303580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67444.0" y="332841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444.0" y="362102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67444.0" y="391363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67444.0" y="420624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67444.0" y="4498848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67444.0" y="4791456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267444.0" y="5084064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67444.0" y="5376672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67444.0" y="5669280.0"/>
            <a:ext cx="2238756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Risks belong to the party best able to manage them. Always.</a:t>
            </a:r>
          </a:p>
        </p:txBody>
      </p:sp>
      <p:pic>
        <p:nvPicPr>
          <p:cNvPr id="63" name="Picture 6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78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