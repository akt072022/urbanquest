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88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Start-ups, research &amp; innovation network</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An interconnected map and database tracking local startups, incubators, venture capital flows, and academic spin-offs.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2" name="Rounded Rectangle 11"/>
          <p:cNvSpPr/>
          <p:nvPr/>
        </p:nvSpPr>
        <p:spPr>
          <a:xfrm>
            <a:off x="3145536"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88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Start-ups, research &amp; innovation network</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Cultivating a fertile ground where human creativity and risk-taking are nurtured by a supportive community, transforming isolated ideas into shared civic prosperity.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An interconnected map and database tracking local startups, incubators, venture capital flows, and academic spin-offs.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5 weeks
Material  ·  Patent databases, investment heatmaps, regional enterprise registries, university tech-transfer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Platforms like Dealroom are utilized to measure the density and quality of local tech enterprises, analyzing investment data and venture capital flows to rank cities. The World Bank similarly emphasizes that tracking these innovation indicators allows municipalities to understand their competitive positioning and allocate resources to foster local entrepreneurship effectively.</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88  ·  ANIMATION CANVAS  ·  </a:t>
            </a:r>
            <a:r>
              <a:rPr sz="1000" b="1" i="0">
                <a:solidFill>
                  <a:srgbClr val="0D0D0D"/>
                </a:solidFill>
                <a:latin typeface="Source Sans Pro"/>
              </a:rPr>
              <a:t>START-UPS, RESEARCH &amp; INNOVATION NETWORK</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Innovation ecosystem · 5 pillars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5 weeks</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Universities</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research, talent</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Incubators</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early-stage support</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Funds</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angels, VC, public</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Corporates</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open innovation, M&amp;A</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Communities</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meetups, makers</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76" name="Picture 7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7" name="TextBox 7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88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